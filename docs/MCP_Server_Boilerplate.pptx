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6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76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943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4048" y="13258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384048" y="20299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84048" y="28803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template · Dual Auth (OAuth 2.0 + API Key) · FastMCP + FastAPI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4048" y="3364992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33649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65376" y="3364992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65376" y="33649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46704" y="3364992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46704" y="33649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" y="3694176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36941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865376" y="3694176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865376" y="36941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7591 DCR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46704" y="3694176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46704" y="36941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Entra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89320" y="530352"/>
            <a:ext cx="28803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89320" y="530352"/>
            <a:ext cx="5029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90488" y="658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Auth Schemes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90488" y="1005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 (OAuth 2.0) for interactive 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for server-to-server calls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89320" y="1975104"/>
            <a:ext cx="28803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89320" y="1975104"/>
            <a:ext cx="50292" cy="1389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90488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Compliant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190488" y="24505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9728 · RFC 8414 · RFC 7591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transport</a:t>
            </a:r>
          </a:p>
          <a:p>
            <a:pPr marL="0" indent="0">
              <a:buNone/>
            </a:pPr>
            <a:endParaRPr lang="en-US" sz="11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(https://modelcontextprotocol.io/docs/tutorials/security/authorization)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89320" y="3419856"/>
            <a:ext cx="288036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989320" y="3419856"/>
            <a:ext cx="5029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90488" y="3547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Template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190488" y="389534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tools in server.py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discovery wired out of the box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84048" y="4974336"/>
            <a:ext cx="82296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Nexteer Automotive · Enterprise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4937760" cy="512064"/>
          </a:xfrm>
          <a:prstGeom prst="rect">
            <a:avLst/>
          </a:prstGeom>
          <a:solidFill>
            <a:srgbClr val="EEF4F7"/>
          </a:solidFill>
          <a:ln w="1524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9784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62072" y="1225296"/>
            <a:ext cx="3657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53312"/>
            <a:ext cx="4937760" cy="512064"/>
          </a:xfrm>
          <a:prstGeom prst="rect">
            <a:avLst/>
          </a:prstGeom>
          <a:solidFill>
            <a:srgbClr val="E6F7F5"/>
          </a:solidFill>
          <a:ln w="1524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AuthenticationMiddleware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  |  x-api-key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2072" y="1865376"/>
            <a:ext cx="3657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993392"/>
            <a:ext cx="4937760" cy="512064"/>
          </a:xfrm>
          <a:prstGeom prst="rect">
            <a:avLst/>
          </a:prstGeom>
          <a:solidFill>
            <a:srgbClr val="E0F2FE"/>
          </a:solidFill>
          <a:ln w="1524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0299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MCPPathMiddleware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2585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/mcp → /mcp/ rewrite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62072" y="2505456"/>
            <a:ext cx="3657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4937760" cy="512064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700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8986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/.well-known  ·  /register  /authorize  /token  ·  /mcp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62072" y="3145536"/>
            <a:ext cx="3657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273552"/>
            <a:ext cx="4937760" cy="512064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387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MCP tools execute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621792"/>
            <a:ext cx="32461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77840" y="621792"/>
            <a:ext cx="50292" cy="3840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713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87568" y="1078992"/>
            <a:ext cx="30175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97296" y="11155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97296" y="12984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gate — JWT or API key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87568" y="1572768"/>
            <a:ext cx="30175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97296" y="16093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97296" y="179222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token validation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87568" y="2066544"/>
            <a:ext cx="30175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97296" y="21031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oauth_proxy.py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97296" y="22860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 + authorize + token proxy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87568" y="2560320"/>
            <a:ext cx="30175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97296" y="25968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well_known.py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97296" y="277977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8414 / RFC 9728 endpoints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87568" y="3054096"/>
            <a:ext cx="30175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97296" y="30906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97296" y="3273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+ your MCP tools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87568" y="3547872"/>
            <a:ext cx="30175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97296" y="35844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auth_context.py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97296" y="37673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via contextvars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77840" y="4526280"/>
            <a:ext cx="324612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0" y="4526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Raw ASGI middleware — not BaseHTTPMiddleware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Authentication Schemes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416052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50292" cy="4343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132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713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API Key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header-based auth. No Azure setup required.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" y="1444752"/>
            <a:ext cx="3749040" cy="9144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50876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
</a:t>
            </a: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x-api-key</a:t>
            </a: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your-secret-key
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
</a:t>
            </a: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API_KEYS</a:t>
            </a: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=key-one,key-two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Server-to-server integration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035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Local development (no Azure)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3284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CI/CD pipelines and scripts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3694176"/>
            <a:ext cx="374904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6941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auth_type = "api_key"  ·  user_oid = None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594360"/>
            <a:ext cx="416052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3440" y="594360"/>
            <a:ext cx="50292" cy="4343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71323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713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OAuth 2.0 Bearer Token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84632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Entra JWT — full user identity in every request.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18888" y="1444752"/>
            <a:ext cx="3749040" cy="9144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937760" y="150876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</a:t>
            </a:r>
            <a:r>
              <a:rPr lang="en-US" sz="10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eyJ0eXAiOiJKV1Q...
</a:t>
            </a: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"oid": </a:t>
            </a: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"b6167420-..."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user ID
</a:t>
            </a: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"scp": </a:t>
            </a: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"access_as_user"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4632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8348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Claude.ai / Claude Desktop / ChatGPT users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983480" y="3035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Copilot Studio / Azure Foundry connectors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83480" y="33284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Any OAuth 2.1 client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818888" y="3694176"/>
            <a:ext cx="3749040" cy="329184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937760" y="36941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auth_type = "bearer"  ·  user_oid / user_name / user_upn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— Decision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685800"/>
            <a:ext cx="4663440" cy="493776"/>
          </a:xfrm>
          <a:prstGeom prst="rect">
            <a:avLst/>
          </a:prstGeom>
          <a:solidFill>
            <a:srgbClr val="EEF4F7"/>
          </a:solidFill>
          <a:ln w="1524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7223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HTTP 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" y="9418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1179576"/>
            <a:ext cx="36576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325880"/>
            <a:ext cx="4663440" cy="493776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36245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 path?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5819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/.well-known  /health  /register  /authorize  /token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819656"/>
            <a:ext cx="36576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965960"/>
            <a:ext cx="4663440" cy="493776"/>
          </a:xfrm>
          <a:prstGeom prst="rect">
            <a:avLst/>
          </a:prstGeom>
          <a:solidFill>
            <a:srgbClr val="E0F2FE"/>
          </a:solidFill>
          <a:ln w="1524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20025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present?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2219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JWT via Entra JWKS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2459736"/>
            <a:ext cx="36576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" y="2606040"/>
            <a:ext cx="4663440" cy="493776"/>
          </a:xfrm>
          <a:prstGeom prst="rect">
            <a:avLst/>
          </a:prstGeom>
          <a:solidFill>
            <a:srgbClr val="E6F7F5"/>
          </a:solidFill>
          <a:ln w="1524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26426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present?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" y="28620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API_KEYS env var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97480" y="3099816"/>
            <a:ext cx="36576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3246120"/>
            <a:ext cx="4663440" cy="493776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28269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→ 401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" y="3502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WWW-Authenticate: Bearer resource_metadata=...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1408176"/>
            <a:ext cx="356616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0" y="140817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 through (exempt)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57800" y="2048256"/>
            <a:ext cx="3566160" cy="310896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20482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AuthContext (bearer)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0" y="2688336"/>
            <a:ext cx="3566160" cy="310896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0" y="268833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AuthContext (api_key)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594360"/>
            <a:ext cx="35661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57800" y="594360"/>
            <a:ext cx="50292" cy="1481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685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 (contextvars)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0" y="1005840"/>
            <a:ext cx="3291840" cy="987552"/>
          </a:xfrm>
          <a:prstGeom prst="rect">
            <a:avLst/>
          </a:prstGeom>
          <a:solidFill>
            <a:srgbClr val="EE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04688" y="1051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
</a:t>
            </a: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AuthContext:
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auth_type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   # "bearer"|"api_key"
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user_oid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str | None
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user_name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 | None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— Auto-Discovery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discover all OAuth endpoints automatically — no manual configuration needed.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96926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9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509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hits /mcp without credentials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261872"/>
            <a:ext cx="7955280" cy="530352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289304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/mcp  →  401 WWW-Authenticate: Bearer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resource_metadata=.../.well-known/oauth-protected-resource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993392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RFC 9728 Protected Resource Metadata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286000"/>
            <a:ext cx="7955280" cy="530352"/>
          </a:xfrm>
          <a:prstGeom prst="rect">
            <a:avLst/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/.well-known/oauth-protected-resource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{ "resource": "https://host/mcp", "authorization_servers": ["https://host"] 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01752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999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RFC 8414 Authorization Server Metadata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310128"/>
            <a:ext cx="7955280" cy="530352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333756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/.well-known/oauth-authorization-server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{ "issuer": "https://host", "authorization_endpoint": "...", "registration_endpoint": "..." 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04164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 standard OAuth 2.1 flow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334256"/>
            <a:ext cx="7955280" cy="530352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4361688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DCR → /register  ·  Authorization → /authorize  ·  Token exchange → /token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Proxy — Azure Entra Bridge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doesn't support RFC 7591 DCR. The proxy bridges this gap — clients see a generic OAuth 2.1 server.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92354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23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91440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  (RFC 7591 DCR)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16128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{redirect_uris, client_name}  →  server returns {client_id: "dynamic-xxxx"}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728216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71907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/authorize  — swap &amp; inject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19659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 → AZURE_CLIENT_ID  ·  inject scope: api://xxx/access_as_user  ·  drop resource param  →  302 Entra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53288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52374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at Entra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7706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returned to redirect_uri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337560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3284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/token  — swap credentials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57530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client_id/secret → AZURE_CLIENT_ID/SECRET  ·  drop resource  ·  forward to Entra /oauth2/v2.0/token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4142232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13308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returns JWT — validated by middleware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43799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access_token.aud = "api://AZURE_CLIENT_ID" 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804672"/>
            <a:ext cx="2514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55080" y="804672"/>
            <a:ext cx="50292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56248" y="896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56248" y="1261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Generic OAuth 2.1 server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56248" y="15910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Standard DCR endpoint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56248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Azure-specific scopes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56248" y="22494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Entra URLs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2980944"/>
            <a:ext cx="2514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5080" y="2980944"/>
            <a:ext cx="50292" cy="1920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56248" y="30723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sees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5624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Real AZURE_CLIENT_ID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56248" y="3767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Real AZURE_CLIENT_SECRET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56248" y="4096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Correct api:// scope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56248" y="4425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resource parameter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Validation  (Resource Server Role)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5074920" cy="4315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594360"/>
            <a:ext cx="50292" cy="4315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477316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r>
              <a:rPr lang="en-US" sz="1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(token: str):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Extract kid from token header
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kid </a:t>
            </a: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jwt.get_unverified_header(token)</a:t>
            </a: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["kid"]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Fetch Entra JWKS (cached 1 hour)
</a:t>
            </a: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public_key = rsa_pem_from_jwk(fetch_jwks(kid))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Verify signature + audience + expiry
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 </a:t>
            </a: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jwt.decode(
        token, public_key,
</a:t>
            </a: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algorithms</a:t>
            </a: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=["RS256"],
</a:t>
            </a: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audience</a:t>
            </a: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=valid_audiences,
    )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Manual issuer check (v1 + v2 tokens)
</a:t>
            </a: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payload["iss"] not in valid_issuers: raise ...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5. Return user identity
</a:t>
            </a: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payload["oid"], payload.get("name"), payload.get("upn")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594360"/>
            <a:ext cx="33832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0" y="5943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Audiences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905256"/>
          <a:ext cx="3383280" cy="685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api://{CLIENT_ID}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App ID URI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{CLIENT_ID} GUID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GUID / id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{BASE_URL}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8707 resource URI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0" y="2212848"/>
            <a:ext cx="338328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77840" y="2212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Issuers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523744"/>
          <a:ext cx="3383280" cy="457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login.microsoftonline.com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tokens (v2.0)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sts.windows.net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tokens (v1)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0" y="3401568"/>
            <a:ext cx="338328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577840" y="3401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Codes → HTTP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3712464"/>
          <a:ext cx="33832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ExpiredSigError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InvalidAudienceError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InvalidIssuerError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InvalidTokenError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Concurrency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MCP tool call holds a streaming HTTP connection open — limits prevent resource exhaustion.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5029200" cy="438912"/>
          </a:xfrm>
          <a:prstGeom prst="rect">
            <a:avLst/>
          </a:prstGeom>
          <a:solidFill>
            <a:srgbClr val="EEF4F7"/>
          </a:solidFill>
          <a:ln w="1524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9144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43784" y="1316736"/>
            <a:ext cx="36576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408176"/>
            <a:ext cx="5029200" cy="438912"/>
          </a:xfrm>
          <a:prstGeom prst="rect">
            <a:avLst/>
          </a:prstGeom>
          <a:solidFill>
            <a:srgbClr val="E6F7F5"/>
          </a:solidFill>
          <a:ln w="1524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4447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Semaphore.acquire(timeout=QUEUE_WAIT_TIMEOUT)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43784" y="1847088"/>
            <a:ext cx="36576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938528"/>
            <a:ext cx="5029200" cy="438912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751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→ 429 Too Many Requests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17627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Retry-After header included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43784" y="2377440"/>
            <a:ext cx="36576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468880"/>
            <a:ext cx="5029200" cy="438912"/>
          </a:xfrm>
          <a:prstGeom prst="rect">
            <a:avLst/>
          </a:prstGeom>
          <a:solidFill>
            <a:srgbClr val="E0F2FE"/>
          </a:solidFill>
          <a:ln w="1524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5054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asyncio.create_task(app_runner)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43784" y="2907792"/>
            <a:ext cx="36576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2999232"/>
            <a:ext cx="5029200" cy="43891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0358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idle_watchdog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323697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if no bytes sent &gt; IDLE_STREAM_TIMEOUT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43784" y="3438144"/>
            <a:ext cx="36576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529584"/>
            <a:ext cx="5029200" cy="43891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5661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hard_watchdog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37673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after HARD_STREAM_TIMEOUT regardless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43784" y="3968496"/>
            <a:ext cx="36576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059936"/>
            <a:ext cx="5029200" cy="438912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40965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CancelledError → 503  ·  finally: Semaphore.release()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804672"/>
            <a:ext cx="32461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0" y="8046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(.env)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15568"/>
          <a:ext cx="3246120" cy="914400"/>
        </p:xfrm>
        <a:graphic>
          <a:graphicData uri="http://schemas.openxmlformats.org/drawingml/2006/table">
            <a:tbl>
              <a:tblPr/>
              <a:tblGrid>
                <a:gridCol w="162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MAX_CONCURRENT_STREAMS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— semaphore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QUEUE_WAIT_TIMEOUT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 — wait before 429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HARD_STREAM_TIMEOUT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 — max request life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IDLE_STREAM_TIMEOUT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 — max silence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577840" y="2743200"/>
            <a:ext cx="324612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669280" y="27432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→ Live Metrics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577840" y="3054096"/>
            <a:ext cx="3246120" cy="138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687568" y="310896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"mcp":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"active_streams":</a:t>
            </a: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"max_streams": </a:t>
            </a:r>
            <a:r>
              <a:rPr lang="en-US" sz="10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621792"/>
            <a:ext cx="4114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621792"/>
            <a:ext cx="50292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7498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731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Configure .env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" y="1133856"/>
            <a:ext cx="3840480" cy="13716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" y="118872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BASE_URL=https://your-host.com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API_KEYS=your-secret-key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Azure Entra (OAuth 2.0)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AZURE_TENANT_ID=&lt;tenant-id&gt;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AZURE_CLIENT_ID=&lt;app-reg-id&gt;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AZURE_CLIENT_SECRET=&lt;secret&gt;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621792"/>
            <a:ext cx="4114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621792"/>
            <a:ext cx="50292" cy="2011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7498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731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Add Tools in src/server.py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28032" y="1133856"/>
            <a:ext cx="3840480" cy="13716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37760" y="118872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@mcp.tool()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my_tool(param: str) -&gt; str: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"""Description shown to LLM."""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 = get_auth()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"result"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47472" y="2816352"/>
            <a:ext cx="4114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47472" y="2816352"/>
            <a:ext cx="50292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9443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926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Azure App Registration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12064" y="3328416"/>
            <a:ext cx="3840480" cy="13716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21792" y="338328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 URI (Web):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https://claude.ai/api/mcp/auth_callback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 URI (Desktop):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http://localhost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API scope: access_as_user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63440" y="2816352"/>
            <a:ext cx="4114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663440" y="2816352"/>
            <a:ext cx="50292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94436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30368" y="2926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Run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828032" y="3328416"/>
            <a:ext cx="3840480" cy="1371600"/>
          </a:xfrm>
          <a:prstGeom prst="rect">
            <a:avLst/>
          </a:prstGeom>
          <a:solidFill>
            <a:srgbClr val="EE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937760" y="3383280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dev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&amp;&amp; python dev.py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 check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http://localhost:8080/health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1a46dd-f671-41d4-9aab-9a1d220066a0}" enabled="1" method="Privileged" siteId="{21942f3d-edf7-4805-9a5b-e03d208249c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1390</Words>
  <Application>Microsoft Office PowerPoint</Application>
  <PresentationFormat>On-screen Show (16:9)</PresentationFormat>
  <Paragraphs>211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Server Boilerplate</dc:title>
  <dc:subject>PptxGenJS Presentation</dc:subject>
  <dc:creator>Xindong Yang</dc:creator>
  <cp:lastModifiedBy>Xindong Yang</cp:lastModifiedBy>
  <cp:revision>7</cp:revision>
  <dcterms:created xsi:type="dcterms:W3CDTF">2026-05-13T00:58:19Z</dcterms:created>
  <dcterms:modified xsi:type="dcterms:W3CDTF">2026-05-13T02:38:24Z</dcterms:modified>
</cp:coreProperties>
</file>